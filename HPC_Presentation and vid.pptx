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93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Mini-HPC &amp; Hybrid HPC–Big Data Cluster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2103120" cy="1371600"/>
          </a:xfrm>
          <a:prstGeom prst="rect">
            <a:avLst/>
          </a:prstGeom>
          <a:solidFill>
            <a:srgbClr val="1F5C99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2606040"/>
            <a:ext cx="2103120" cy="1371600"/>
          </a:xfrm>
          <a:prstGeom prst="rect">
            <a:avLst/>
          </a:prstGeom>
          <a:solidFill>
            <a:srgbClr val="1F5C99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78892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Processes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66360" y="2606040"/>
            <a:ext cx="2103120" cy="1371600"/>
          </a:xfrm>
          <a:prstGeom prst="rect">
            <a:avLst/>
          </a:prstGeom>
          <a:solidFill>
            <a:srgbClr val="1F5C99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16636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Malak Soliman  ·  OpenMPI  ·  Docker Swarm  ·  Apache Spark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384048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Mini-HPC Cluster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VirtualBox VMs (Ubuntu 20.04)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OpenMPI 4.1.6 (compiled from source)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mpi4py — 6 distributed processes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RandomForest on Digits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RandomForest on Leukemia Gene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64008" cy="3840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Hybrid Big Data Cluster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on the same 3 VMs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(bitnami/spark image)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MLlib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RandomForest via Spark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Web UI monitoring on port 8080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Scikit-learn Digits (1,797 samples)  +  Leukemia Gene Expression (200 samples × 500 genes)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Rank 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5603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56032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Rank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Worker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Rank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Worker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Network  ·  192.168.56.0/24  ·  Passwordless SSH across all 6 node pairs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75039" y="468187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  MPI / SSH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Distributed ML with MPI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94360" cy="59436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 loads Digits / Gene Expression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0" cy="566928"/>
          </a:xfrm>
          <a:prstGeom prst="line">
            <a:avLst/>
          </a:prstGeom>
          <a:noFill/>
          <a:ln w="12700">
            <a:solidFill>
              <a:srgbClr val="C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594360" cy="5943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066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comm.bcast() sends full data to all 6 ranks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017520"/>
            <a:ext cx="0" cy="566928"/>
          </a:xfrm>
          <a:prstGeom prst="line">
            <a:avLst/>
          </a:prstGeom>
          <a:noFill/>
          <a:ln w="12700">
            <a:solidFill>
              <a:srgbClr val="C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032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slices its own chunk of samples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594360" cy="59436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13807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(100 trees) trained locally per rank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93208" y="1691640"/>
            <a:ext cx="0" cy="566928"/>
          </a:xfrm>
          <a:prstGeom prst="line">
            <a:avLst/>
          </a:prstGeom>
          <a:noFill/>
          <a:ln w="12700">
            <a:solidFill>
              <a:srgbClr val="C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423160"/>
            <a:ext cx="594360" cy="5943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27066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comm.gather() collects accuracy scores at Rank 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93208" y="3017520"/>
            <a:ext cx="0" cy="566928"/>
          </a:xfrm>
          <a:prstGeom prst="line">
            <a:avLst/>
          </a:prstGeom>
          <a:noFill/>
          <a:ln w="12700">
            <a:solidFill>
              <a:srgbClr val="C0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0600" y="3749040"/>
            <a:ext cx="594360" cy="5943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3212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4032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 prints final average score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mpirun -np 6 --hostfile hostfile python3 distributed_mnist.py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356616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69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Processes: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984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(2 per node)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59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Samples/Rank: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4597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352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 (8×8 pixels)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10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410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(digits 0–9)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metric: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local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64008" cy="35661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969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Gene Expression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9842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Processes: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1984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(2 per node)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459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Samples/Rank: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4597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9352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 gene expressions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410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410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(AML vs ALL)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metric: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local accuracy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8F4F0"/>
          </a:solidFill>
          <a:ln w="6350">
            <a:solidFill>
              <a:srgbClr val="B0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Hybrid Cluster: Docker Swarm + Spark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Init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init on master (192.168.56.10)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0" cy="32004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Join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worker1 &amp; worker2 join via swarm token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221992"/>
            <a:ext cx="0" cy="32004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stack deploy -c spark-stack.yml spark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3026664"/>
            <a:ext cx="0" cy="32004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Job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602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spark-submit --master spark://master:7077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" y="3831336"/>
            <a:ext cx="0" cy="32004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Web UI → http://192.168.56.10:8080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32588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73152" cy="77724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399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spark-master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8080 / 7077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331720"/>
            <a:ext cx="73152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2404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spark-worker-1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33756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337560"/>
            <a:ext cx="73152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3410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spark-worker-2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 Pipeline: VectorAssembler → RandomForestClassifier (100 trees) → Accuracy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Real-World Challenges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14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1: Illegal Instruction (Core Dump)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Set OPENBLAS_CORETYPE=generic, reinstall numpy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64008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2: Externally Managed Environment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Create venv: python3 -m venv ~/venvs/hpc_ml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64008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26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3: python3-venv Not Installed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sudo apt install python3-venv python3-full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64008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032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4: setuptools.build_meta Missing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pip install --upgrade pip setuptools wheel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960120"/>
            <a:ext cx="64008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1014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5: mpirun Missing Help Files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Recompile OpenMPI 4.1.6 from source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96596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1965960"/>
            <a:ext cx="64008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020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6: prun: proc-aborted (AVX512)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404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Compile with CFLAGS=-mno-avx512f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71800"/>
            <a:ext cx="406908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2971800"/>
            <a:ext cx="64008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026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 7: undefined symbol: ompi_mpi_errors_abort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MPICC=.../mpicc pip install mpi4py; update PATH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64008" cy="164592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HPC vs Big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suits tightly-coupled, low-latency tasks. Spark excels at fault-tolerant, large-scale data processing — both complement each other.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64008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Broadcast-Gather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MPI's bcast/gather enables embarrassingly parallel training: each rank trains independently, then scores are aggregated.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64008" cy="1645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Swarm Simplicity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192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provides lightweight orchestration with minimal config. A single YAML file deploys a full Spark cluster across 3 nodes.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0690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788920"/>
            <a:ext cx="64008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Real Environment Challenges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3192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architecture mismatches, PEP 668 restrictions, and broken system packages require deep OS-level troubleshooting skills.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74460" y="1726741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Distributed Computing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697</Words>
  <Application>Microsoft Office PowerPoint</Application>
  <PresentationFormat>On-screen Show (16:9)</PresentationFormat>
  <Paragraphs>153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Mini-HPC &amp; Hybrid HPC-Big Data Cluster</dc:title>
  <dc:subject>PptxGenJS Presentation</dc:subject>
  <dc:creator>PptxGenJS</dc:creator>
  <cp:lastModifiedBy>Soad Auf</cp:lastModifiedBy>
  <cp:revision>2</cp:revision>
  <dcterms:created xsi:type="dcterms:W3CDTF">2026-05-27T00:51:01Z</dcterms:created>
  <dcterms:modified xsi:type="dcterms:W3CDTF">2026-05-27T01:14:18Z</dcterms:modified>
</cp:coreProperties>
</file>